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Hypergeometric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your AI agent to a new model — and prove nothing broke.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certification for agent migrations. No eval suite required.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5B7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920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4892040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48920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4892040"/>
            <a:ext cx="1463040" cy="420624"/>
          </a:xfrm>
          <a:prstGeom prst="roundRect">
            <a:avLst>
              <a:gd name="adj" fmla="val 19565"/>
            </a:avLst>
          </a:prstGeom>
          <a:solidFill>
            <a:srgbClr val="E8A100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4892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489204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for every rule — each one backed by counted evidence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github.com/internet-zero/hypergeometric-ai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is stuck on the model it was written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is two things: a model, and written instructions — the system prompt, the tool descriptions, the skills.</a:t>
            </a:r>
            <a:endParaRPr lang="en-US" sz="15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instructions were hand-tuned to whichever model was current at the time, then frozen. Meanwhile, better and cheaper models ship every month.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team running agents faces the same choice: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92240" y="1508760"/>
            <a:ext cx="4873752" cy="1600200"/>
          </a:xfrm>
          <a:prstGeom prst="roundRect">
            <a:avLst>
              <a:gd name="adj" fmla="val 5714"/>
            </a:avLst>
          </a:prstGeom>
          <a:solidFill>
            <a:srgbClr val="EDF2FB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0" y="20208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private/tmp/claude-501/-Users-akshayreddy-Desktop/755ccdd2-bf48-4ee3-9ffd-7af03c69c32c/scratchpad/icons/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21488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69164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switch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paying more for less capability, forever.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92240" y="3291840"/>
            <a:ext cx="4873752" cy="1600200"/>
          </a:xfrm>
          <a:prstGeom prst="roundRect">
            <a:avLst>
              <a:gd name="adj" fmla="val 5714"/>
            </a:avLst>
          </a:prstGeom>
          <a:solidFill>
            <a:srgbClr val="EDF2FB"/>
          </a:solidFill>
          <a:ln/>
        </p:spPr>
      </p:sp>
      <p:sp>
        <p:nvSpPr>
          <p:cNvPr id="9" name="Shape 6"/>
          <p:cNvSpPr/>
          <p:nvPr/>
        </p:nvSpPr>
        <p:spPr>
          <a:xfrm>
            <a:off x="6766560" y="38039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private/tmp/claude-501/-Users-akshayreddy-Desktop/755ccdd2-bf48-4ee3-9ffd-7af03c69c32c/scratchpad/icons/aler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393192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34747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blind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model and hope nothing silently breaks in production.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" y="534924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1143000" y="5349240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which instructions still work on the new model, which ones it ignores — and which it never needed at all.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 run your evals” doesn’t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private/tmp/claude-501/-Users-akshayreddy-Desktop/755ccdd2-bf48-4ee3-9ffd-7af03c69c32c/scratchpad/icons/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5544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eval suite.</a:t>
            </a:r>
            <a:endParaRPr lang="en-US" sz="1650" dirty="0"/>
          </a:p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agents never had one — and building one takes months of expert time. That is the whole reason switching feels risky.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822960" y="3794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/private/tmp/claude-501/-Users-akshayreddy-Desktop/755ccdd2-bf48-4ee3-9ffd-7af03c69c32c/scratchpad/icons/eyeoff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922776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35661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aren’t the whole story.</a:t>
            </a:r>
            <a:endParaRPr lang="en-US" sz="1650" dirty="0"/>
          </a:p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models pick up good habits nobody ever wrote down. No amount of reading the prompt reveals them.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6492240" y="1554480"/>
            <a:ext cx="4873752" cy="11430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/>
        </p:spPr>
      </p:sp>
      <p:sp>
        <p:nvSpPr>
          <p:cNvPr id="10" name="Text 6"/>
          <p:cNvSpPr/>
          <p:nvPr/>
        </p:nvSpPr>
        <p:spPr>
          <a:xfrm>
            <a:off x="6812280" y="15544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instructions say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written rules — testable, visible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92240" y="2880360"/>
            <a:ext cx="4873752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288036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old model quietly does anyway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habits, safe defaults, disclosures — never written down anywhere</a:t>
            </a:r>
            <a:endParaRPr lang="en-US" sz="1450" dirty="0"/>
          </a:p>
        </p:txBody>
      </p:sp>
      <p:pic>
        <p:nvPicPr>
          <p:cNvPr id="13" name="Image 2" descr="/private/tmp/claude-501/-Users-akshayreddy-Desktop/755ccdd2-bf48-4ee3-9ffd-7af03c69c32c/scratchpad/icons/alert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7091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45537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model and these vanish silently — no test you write by hand will catch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insight: instructions are their own answer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already describes what correct behavior looks like. So check behavior against the rule directly — no ground truth, no hand-written tests.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32841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06040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respond in valid JSON.”</a:t>
            </a:r>
            <a:endParaRPr lang="en-US" sz="1500" dirty="0"/>
          </a:p>
        </p:txBody>
      </p:sp>
      <p:pic>
        <p:nvPicPr>
          <p:cNvPr id="6" name="Image 0" descr="/private/tmp/claude-501/-Users-akshayreddy-Desktop/755ccdd2-bf48-4ee3-9ffd-7af03c69c32c/scratchpad/icons/chec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7033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352044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parses, or it doesn’t.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25696" y="2331720"/>
            <a:ext cx="332841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700016" y="2606040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export data without a filter.”</a:t>
            </a:r>
            <a:endParaRPr lang="en-US" sz="1500" dirty="0"/>
          </a:p>
        </p:txBody>
      </p:sp>
      <p:pic>
        <p:nvPicPr>
          <p:cNvPr id="10" name="Image 1" descr="/private/tmp/claude-501/-Users-akshayreddy-Desktop/755ccdd2-bf48-4ee3-9ffd-7af03c69c32c/scratchpad/icons/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3703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84064" y="352044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 argument is there, or it isn’t.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28432" y="2331720"/>
            <a:ext cx="3328416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8302752" y="2606040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answers under 150 words.”</a:t>
            </a:r>
            <a:endParaRPr lang="en-US" sz="1500" dirty="0"/>
          </a:p>
        </p:txBody>
      </p:sp>
      <p:pic>
        <p:nvPicPr>
          <p:cNvPr id="14" name="Image 2" descr="/private/tmp/claude-501/-Users-akshayreddy-Desktop/755ccdd2-bf48-4ee3-9ffd-7af03c69c32c/scratchpad/icons/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3703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0" y="352044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words.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five-line script can check each rule. The rulebook is the test suite — it was there all along.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3284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instructions into single rules. Each rule gets ~200 varied test scenarios — generated automatically, because the rule itself says what to look for.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25696" y="1463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425696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25696" y="21945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25696" y="2697480"/>
            <a:ext cx="33284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scenario with the rule in, and with it swapped out — on the old model and the new one. Count how often each model follows it. Same scenarios both sides: a fair, paired comparison.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28432" y="1463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028432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28432" y="21945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certify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28432" y="269748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gets a verdict: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28432" y="3127248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5B7BD5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31272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model does it natively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28432" y="3712464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193024" y="37124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and working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28432" y="4297680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E8A1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4297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 </a:t>
            </a:r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model ignores 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28432" y="4892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are re-tested until they pass.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096512" y="1609344"/>
            <a:ext cx="292608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699248" y="1609344"/>
            <a:ext cx="292608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5486400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DF2F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486400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is the only judge: no rule is deleted or rewritten because something read the text — only because the numbers said so.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3328416" cy="2148840"/>
          </a:xfrm>
          <a:prstGeom prst="roundRect">
            <a:avLst>
              <a:gd name="adj" fmla="val 4255"/>
            </a:avLst>
          </a:prstGeom>
          <a:solidFill>
            <a:srgbClr val="EDF2F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private/tmp/claude-501/-Users-akshayreddy-Desktop/755ccdd2-bf48-4ee3-9ffd-7af03c69c32c/scratchpad/icons/fi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18653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423160"/>
            <a:ext cx="2779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report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a count, not an opinion: “followed 97 times out of 100.”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425696" y="1463040"/>
            <a:ext cx="3328416" cy="2148840"/>
          </a:xfrm>
          <a:prstGeom prst="roundRect">
            <a:avLst>
              <a:gd name="adj" fmla="val 4255"/>
            </a:avLst>
          </a:prstGeom>
          <a:solidFill>
            <a:srgbClr val="EDF2FB"/>
          </a:solidFill>
          <a:ln/>
        </p:spPr>
      </p:sp>
      <p:sp>
        <p:nvSpPr>
          <p:cNvPr id="8" name="Shape 5"/>
          <p:cNvSpPr/>
          <p:nvPr/>
        </p:nvSpPr>
        <p:spPr>
          <a:xfrm>
            <a:off x="4700016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private/tmp/claude-501/-Users-akshayreddy-Desktop/755ccdd2-bf48-4ee3-9ffd-7af03c69c32c/scratchpad/icons/lis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86537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0016" y="2423160"/>
            <a:ext cx="2779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ledger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logged — old text, new text, why, and the before/after numbers.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028432" y="1463040"/>
            <a:ext cx="3328416" cy="2148840"/>
          </a:xfrm>
          <a:prstGeom prst="roundRect">
            <a:avLst>
              <a:gd name="adj" fmla="val 4255"/>
            </a:avLst>
          </a:prstGeom>
          <a:solidFill>
            <a:srgbClr val="EDF2FB"/>
          </a:solidFill>
          <a:ln/>
        </p:spPr>
      </p:sp>
      <p:sp>
        <p:nvSpPr>
          <p:cNvPr id="12" name="Shape 8"/>
          <p:cNvSpPr/>
          <p:nvPr/>
        </p:nvSpPr>
        <p:spPr>
          <a:xfrm>
            <a:off x="8302752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private/tmp/claude-501/-Users-akshayreddy-Desktop/755ccdd2-bf48-4ee3-9ffd-7af03c69c32c/scratchpad/icons/packag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86537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2752" y="2423160"/>
            <a:ext cx="2779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config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instructions, adapted to the new model, versioned and ready to ship.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822960" y="3977640"/>
            <a:ext cx="105430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143000" y="42062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RULE’S PAPER TRAIL — “NEVER EXPORT WITHOUT A FILTER”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143000" y="46634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/ 100</a:t>
            </a:r>
            <a:endParaRPr lang="en-US" sz="32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model — followed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3794760" y="46634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/ 100</a:t>
            </a:r>
            <a:endParaRPr lang="en-US" sz="32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— broken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400800" y="4663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</a:t>
            </a:r>
            <a:endParaRPr lang="en-US" sz="26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into the tool’s own docs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9144000" y="4663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/ 100</a:t>
            </a:r>
            <a:endParaRPr lang="en-US" sz="32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re-tested — certified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3246120" y="4617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5897880" y="4617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641080" y="4617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 — and why nobody else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private/tmp/claude-501/-Users-akshayreddy-Desktop/755ccdd2-bf48-4ee3-9ffd-7af03c69c32c/scratchpad/icons/tren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7685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9280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ship monthly. Every release, price cut, and shutdown forces the same question on every team running agents.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private/tmp/claude-501/-Users-akshayreddy-Desktop/755ccdd2-bf48-4ee3-9ffd-7af03c69c32c/scratchpad/icons/refres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10565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72160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it’s not one-off: the same measurement re-runs as drift monitoring — has the provider quietly changed the model under you?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30936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field is open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309360" y="19202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platforms compare models side by side — but assume you already have the evals.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vendors migrate prompts one way: onto their own platform.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routers dodge the question — your old instructions still run on whatever model gets picked.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09360" y="4480560"/>
            <a:ext cx="5056632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6629400" y="448056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certifies migrations vendor-neutrally, in any direction, with evidence. That seat is open.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makes the next one smarter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migration records how a specific model responds to specific instruction patterns — which phrasings it obeys, where a rule should live, what to try first. Knowledge no lab publishes and no platform collects.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EDF2F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— RECORDED AUG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388620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“Model B skips rules buried mid-prompt. Moved the export rule into the tool description as a checklist — now followed 96/100.”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0" y="1645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private/tmp/claude-501/-Users-akshayreddy-Desktop/755ccdd2-bf48-4ee3-9ffd-7af03c69c32c/scratchpad/icons/d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36" y="17739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0" y="24688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tenth migration between two models is dramatically better than the first.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67512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replaceable. This dataset is the moat.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450592" cy="2926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82880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28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first principles, documented, reviewed. See DESIGN.md.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450592" cy="2926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0" y="182880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E8A100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828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weekend experiment on a real config. Tens of dollars of API calls, go/no-go gates.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450592" cy="2926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read-only migration report. The first sellable product.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450592" cy="2926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+ flywheel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automatic repairs, then the knowledge base that compounds.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for the hypergeometric distribution — the math of proving claims about the whole from a sample.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github.com/internet-zero/hypergeometric-ai  ·  full design in DESIGN.md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2026-08-13T05:51:07Z</dcterms:created>
  <dcterms:modified xsi:type="dcterms:W3CDTF">2026-08-13T05:51:07Z</dcterms:modified>
</cp:coreProperties>
</file>