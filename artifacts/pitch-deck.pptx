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Hypergeometric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AI agent to a new model — and prove nothing broke.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 suite required. Every claim backed by a count.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github.com/internet-zero/hypergeometric-ai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058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two things: a model, and written instructions (the system prompt, tool descriptions, skills).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were hand-tuned to whichever model was current — then frozen. New, better, cheaper models ship every month.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teams face a bad choice: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switch — keep paying more for less capability.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blind — hope nothing silently breaks.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which instructions still work on the new model, which ones it ignores, and which it never needed at all. And the usual fix — “run your evals” — fails, because most agents don’t have any.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instructions are their own answer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058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already says what correct behavior looks like — so check the model against it directly. No ground truth, no hand-written tests.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respond in valid JSON.”  →  the output parses, or it doesn’t.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export data without a filter.”  →  the filter argument is there, or it isn’t.</a:t>
            </a:r>
            <a:endParaRPr lang="en-US" sz="17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answers under 150 words.”  →  count the words.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five-line script can check each rule. The rulebook is the test suite — it was there all along.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058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Split</a:t>
            </a:r>
            <a:endParaRPr lang="en-US" sz="16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instructions into single rules; generate varied test scenarios for each.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Measure</a:t>
            </a:r>
            <a:endParaRPr lang="en-US" sz="16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rule with it in and with it taken out — on the old model and the new one. Count how often each model follows it. Same scenarios both sides: a fair comparison.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Fix &amp; certify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gets a verdict — </a:t>
            </a:r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pPr indent="0" marL="0"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new model does it natively), </a:t>
            </a:r>
            <a:pPr indent="0" marL="0">
              <a:buNone/>
            </a:pPr>
            <a:r>
              <a:rPr lang="en-US" sz="1650" b="1" dirty="0">
                <a:solidFill>
                  <a:srgbClr val="02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pPr indent="0" marL="0"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(working), or </a:t>
            </a:r>
            <a:pPr indent="0" marL="0">
              <a:buNone/>
            </a:pPr>
            <a:r>
              <a:rPr lang="en-US" sz="165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pPr indent="0" marL="0"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new model ignores it). Rewrites are re-tested until they pass.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2960" y="5486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rule’s paper trail: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97/100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old model  →  </a:t>
            </a:r>
            <a:pPr indent="0" marL="0">
              <a:buNone/>
            </a:pPr>
            <a:r>
              <a:rPr lang="en-US" sz="16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71/100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new  →  rewritten  →  </a:t>
            </a:r>
            <a:pPr indent="0" marL="0">
              <a:buNone/>
            </a:pPr>
            <a:r>
              <a:rPr lang="en-US" sz="1600" b="1" dirty="0">
                <a:solidFill>
                  <a:srgbClr val="02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96/100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re-tested and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— and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058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report — every claim is a count, not an opinion: “followed 97 times out of 100.”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ledger — every edit logged: old text, new text, why, before/after numbers.</a:t>
            </a:r>
            <a:endParaRPr lang="en-US" sz="1650" dirty="0"/>
          </a:p>
          <a:p>
            <a:pPr marL="342900" indent="-342900"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config — the instructions, adapted to the new model, ready to ship.</a:t>
            </a:r>
            <a:endParaRPr lang="en-US" sz="16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new models ship monthly, and every release, price cut, and shutdown re-creates the need. Eval platforms assume you already have evals; cloud vendors migrate one way, onto their own platform. Nobody certifies migrations vendor-neutrally, with evidence.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run compounds: the system records how each model responds to instruction patterns — the tenth migration between two models is far better than the first.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done. Derived from first principles, documented in DESIGN.md.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weekend proof on a real config — tens of dollars of API calls, clear go/no-go gates.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the certifier (a read-only migration report — sellable on its own), the porter (certified automatic repairs), and the knowledge base that compounds.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hypergeometric distribution — the math of proving claims about the whole from a sample.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github.com/internet-zero/hypergeometric-ai  ·  full design in DESIGN.md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2026-08-13T06:06:32Z</dcterms:created>
  <dcterms:modified xsi:type="dcterms:W3CDTF">2026-08-13T06:06:32Z</dcterms:modified>
</cp:coreProperties>
</file>